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RETO · AVANCE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propia aplicación,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propio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acabaron los andamios. De aquí en adelante, las decisiones son tuyas.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5262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DA5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45262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DA546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4526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puntos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45262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DA54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4526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de septiembre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760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9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Herramientas de Tecnologías de Información — Periodo AD26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Docente: José Eduardo Martínez Torres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CAMBIA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te daba el código. Ahora lo escribes tú.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ahora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Yo te daba la aplicación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Yo te daba el pipeline con huecos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Tú completabas lo que faltaba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Había una respuesta correcta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el Avance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La aplicación la construyes tú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El pipeline lo diseñas tú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Tú decides qué controlar y con qué umbral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Hay que justificar cada decisión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120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4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Puedes usar IA para escribir código, y se espera que lo hagas. Lo que no puedes delegar es entender lo que entregas: hay una declaración obligatoria de uso de IA.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UNO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temas, cinco piezas técnicas distintas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00" cy="8412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92224"/>
            <a:ext cx="457200" cy="45720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282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Clips cortos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391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worker asíncrono que procesa el video después de subirlo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822960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69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social breve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capa de caché (Redis) para servir el feed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8229600" cy="8412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7216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servicio de notificaciones que confirma el pedido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23944"/>
            <a:ext cx="822960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Foro y reseñas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6285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servicio de moderación que revisa antes de publicar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65192"/>
            <a:ext cx="8229600" cy="8412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157216"/>
            <a:ext cx="457200" cy="45720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093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Gestor de tareas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540410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cola de mensajes que dispara los recordatorios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7F2"/>
          </a:solidFill>
          <a:ln w="15875">
            <a:solidFill>
              <a:srgbClr val="2824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97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Cupo: máximo 4 alumnos por tema · Somos 20 · Por orden de llegada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MÍNIMOS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todos deben cumplir, sea cual sea el 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en Python (Flask o FastAPI)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39572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menos 2 contenedores propios en docker-compose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14553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Bucket de S3 real: privado y cifrado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95344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895344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 RDS real: cifrada y sin acceso público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45152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4515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e inicio de sesión de usuario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645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endpoint /salud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395728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39572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Cero credenciales en el código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14553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archivo .tf que describa tu bucket y tu base de datos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895344"/>
            <a:ext cx="54864" cy="64008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3895344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Dockerfile endurecido: versión fija, sin root, con HEALTHCHECK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7F5EA"/>
          </a:solidFill>
          <a:ln w="19050">
            <a:solidFill>
              <a:srgbClr val="2DA5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864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 es opcional y cuenta como punto extra. Docker y docker-compose son el piso: no arriesgues la entrega por el bono.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Aquí no hay lista de etapas que copiar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Tú decides qué controles necesita TU aplicación. En la Actividad 4 viste ocho controles trabajando juntos y sabes qué hace cada herramienta: ahora eliges. Lo obligatorio no es la lista, es esto: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459736"/>
            <a:ext cx="54864" cy="566928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404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sola decisión final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20440" y="240487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Todas tus etapas deben terminar en un único veredicto: bloquear o permitir.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54864" cy="566928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1181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 de que bloquea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311810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corrida en rojo, con el hallazgo real que la detuvo.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4864" cy="566928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8313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 de que llega a verde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0440" y="3831336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una corrida en verde después de remediar. Ese contraste es la entrega.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599432"/>
            <a:ext cx="54864" cy="566928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Umbrales explícitos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45445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"Bloquea si encuentra algo" no es un umbral pensado. Di con qué bloqueas.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312664"/>
            <a:ext cx="54864" cy="566928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tabla de decisiones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20440" y="52578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riesgo de tu app cubre cada control, con qué umbral, y qué dejaste fuera.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MÁS PESA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pregunta que te voy a hacer al calificar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824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esta etapa, y por qué con ese umbral?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729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 que NO cuenta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"Porque así venía en la Actividad 4."  Aunque tu pipeline funcione perfecto, los puntos de justificación se pierden.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E7F5EA"/>
          </a:solidFill>
          <a:ln w="19050">
            <a:solidFill>
              <a:srgbClr val="2DA5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A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Respuesta que sí cuenta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"Mi app deja que el usuario suba archivos, así que reviso el tipo y el tamaño; bloqueo con HIGH o CRITICAL porque un LOW no justifica frenar el despliegue."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ENTREGAS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repositorio, un documento y un video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94360" cy="59436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repositorio de 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Código, docker-compose, tu .tf, tu pipeline, los reportes de las dos corridas, el SBOM y la carpeta docs/ con README, diagrama, ADR, tabla de decisiones y declaración de 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94360" cy="59436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0358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documento de evidencias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8328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sube a la plataforma. Trae 8 capturas obligatorias, la autoevaluación de requisitos y tu resumen del pipeline.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594360" cy="594360"/>
          </a:xfrm>
          <a:prstGeom prst="ellipse">
            <a:avLst/>
          </a:prstGeom>
          <a:solidFill>
            <a:srgbClr val="2DA54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49884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video de 3 a 5 minutos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8463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app corriendo, los contenedores arriba, tus recursos de AWS y el pipeline bloqueando y después permitiendo.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806440"/>
            <a:ext cx="8229600" cy="5669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8064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de entregar:   ./verificar_entrega.sh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EMPIEZAS DE CERO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la plantilla de repositorio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te entrega un esqueleto con la estructura y los documentos ya preparados. Solo llenas lo tuyo: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23774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9456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                              tu codigo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infra/                            tu archivo .tf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pipeline/                         tus etapas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reportes/                         corrida roja y corrida verde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docs/README.md                    que hace tu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docs/ADR-001-decisiones.md        por que elegiste lo que elegiste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docs/tabla_decisiones_pipeline.md la justificacion de tus controles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docs/declaracion_uso_ia.md        que hiciste con 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                        ya protege tu 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verificar_entrega.sh              revisa que no te falte nada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7091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.env con tus credenciales NUNCA se sube al repositorio. La plantilla ya lo bloquea, pero si lo fuerzas, tu propio pipeline te lo va a atrapar.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SE CALIFICA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puntos, repartidos así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822960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 funcional de tu tema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16459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que bloquea y permite, con evidencia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22860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3.5 pts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260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Infraestructura real y segura (S3 + RDS + IaC)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9260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 pts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Justificación de tus etapas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35661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0624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Documentación completa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4206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pts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463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demo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8463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DECE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778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Resta puntos: credenciales en el repo · una tabla que describe en vez de justificar · un pipeline que solo has visto en verde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ESTO NO TERMINA AQUÍ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construyas ahora será tu QA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25400">
            <a:solidFill>
              <a:srgbClr val="2DA5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2DA5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1691640"/>
            <a:ext cx="6080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Construyes tu aplicación y tu pipeline.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28246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final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6080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Levantas una segunda instancia y reconstruyes todo ahí desde cero: esa será tu Producción.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60520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Después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4160520"/>
            <a:ext cx="6080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 te mando una actualización de tu tema que trae un problema escondido. Tu pipeline de QA tiene que atraparlo antes de que llegue a Producción.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440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E7E7F2"/>
          </a:solidFill>
          <a:ln w="19050">
            <a:solidFill>
              <a:srgbClr val="2824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440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4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lo que documentes y automatices ahora te ahorra trabajo entonces. Lo que dejes a medias lo vas a pagar dos veces.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El Reto — Avance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DE ENTREGA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Miércoles 17 de septiembre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individual · 15 puntos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9050">
            <a:solidFill>
              <a:srgbClr val="4A46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A5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consejos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31336"/>
            <a:ext cx="54864" cy="50292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794760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tu tema hoy: hay cupo para 4 por tema y se asignan por orden de llegada.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89704"/>
            <a:ext cx="54864" cy="50292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453128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Empieza por lo más pequeño que funcione. Un MVP terminado vale más que una app ambiciosa a medias.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148072"/>
            <a:ext cx="54864" cy="50292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111496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el bucket y la base de datos temprano: si algo falla en AWS, mejor descubrirlo el primer día que el último.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806440"/>
            <a:ext cx="54864" cy="502920"/>
          </a:xfrm>
          <a:prstGeom prst="rect">
            <a:avLst/>
          </a:prstGeom>
          <a:solidFill>
            <a:srgbClr val="2DA54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769864"/>
            <a:ext cx="79095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 tu pipeline desde el principio, no al final. Es más fácil arreglar tres hallazgos que treinta.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LSCA2314 · Herramientas de Tecnologías de Información — Periodo AD26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2026-09-10T01:25:40Z</dcterms:created>
  <dcterms:modified xsi:type="dcterms:W3CDTF">2026-09-10T01:25:40Z</dcterms:modified>
</cp:coreProperties>
</file>